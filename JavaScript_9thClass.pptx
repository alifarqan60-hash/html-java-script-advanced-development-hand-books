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463040"/>
            <a:ext cx="137160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JS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Beginners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9th Class Computer Science  •  Learn from Scratch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JavaScript • 9th Class Computer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JavaScript?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Intro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programming language that makes websites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and dynamic.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runs directly in the web browser — no installation needed!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Runs in the Browser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984248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04872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04872"/>
            <a:ext cx="64008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963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Makes Websites Interactive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78892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09544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09544"/>
            <a:ext cx="64008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0098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Works on All Devices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59359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014216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14216"/>
            <a:ext cx="6400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056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Used by Every Website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39826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777240"/>
            <a:ext cx="28346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868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1325880"/>
            <a:ext cx="2651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 in 1995 by Brendan Eich
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Takes only 10 days to build initially!
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Originally called 'Mocha'
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Now used on 98% of websites
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with HTML and CSS
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also run on servers (Node.js)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JavaScript Go?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Setup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HTML (Inline)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1737360"/>
            <a:ext cx="27432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8288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18288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" y="18288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29968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alert("Hello World!");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18688" y="7772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27248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File (.js)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27248" y="1737360"/>
            <a:ext cx="27432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4408" y="18288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65576" y="18288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66744" y="18288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2029968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src="script.js"&gt;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63056" y="77724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71616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Console (Practice)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71616" y="1737360"/>
            <a:ext cx="27432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18288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9944" y="18288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11112" y="18288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2029968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console.log("I am JS!");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am JS!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200400"/>
            <a:ext cx="859536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Best Practice: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367588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put your &lt;script&gt; tag at the bottom of the &lt;body&gt; tag. This lets the HTML load first before JavaScript runs. For larger projects, keep JavaScript in a separate .js file to keep your code organized.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 &amp;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Syntax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every JavaScript program must follow: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34440"/>
            <a:ext cx="64008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371600"/>
            <a:ext cx="64008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71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344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Semicolons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691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each statement with a semicolon (optional but recommended)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6032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697480"/>
            <a:ext cx="64008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{ 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6700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017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blocks of code (functions, if-statements, loops)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2344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234440"/>
            <a:ext cx="64008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371600"/>
            <a:ext cx="64008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371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//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32120" y="1344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32120" y="1691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// for single line, /* */ for multi-line comments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5603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56032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2697480"/>
            <a:ext cx="64008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32120" y="26700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Sensitive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32120" y="3017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'myName' and 'myname' are different variables!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886200"/>
            <a:ext cx="85953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97764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397764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" y="397764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17880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is a comment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name = "Ahmed";  // semicolon ends the line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(name === "Ahmed")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console.log("Hello Ahmed!");  // curly braces group code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— Storing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Variables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like a labeled box that holds information.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37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(Old Way)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0848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throughout the function.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using this in modern code.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7832" y="118872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27832" y="16916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737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(Modern ✔)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9272" y="20848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Block-scoped variable. Value can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changed after declaration.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1188720"/>
            <a:ext cx="27432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181344" y="16916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737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(Constant)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72784" y="20848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Block-scoped. Value CANNOT be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once set.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85953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01752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" y="301752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" y="301752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18688"/>
            <a:ext cx="84124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city    = "Lahore";       // old way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age     = 15;              // can change later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PI    = 3.14159;         // cannot change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16;                      // ✔ allowed (let)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 = 3;                     // ✘ ERROR! (const)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407408"/>
            <a:ext cx="859536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074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Use  const  by default. Use  let  when you need to change the value.  Avoid  var.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Data Types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914400"/>
            <a:ext cx="14173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  'World'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325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always in quotes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40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34640" y="2240280"/>
            <a:ext cx="14173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2928" y="2240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 3.14   -7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651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number (integer or decimal)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74720"/>
            <a:ext cx="64008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66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34640" y="3566160"/>
            <a:ext cx="14173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52928" y="3566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 false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977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values: true or false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8229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822960"/>
            <a:ext cx="64008" cy="1188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914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69480" y="914400"/>
            <a:ext cx="14173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87768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x;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1325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declared but not given a value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2148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148840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240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269480" y="2240280"/>
            <a:ext cx="14173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87768" y="2240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y = null;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2651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empty / no value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474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47472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566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269480" y="3566160"/>
            <a:ext cx="14173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87768" y="3566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977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values in square brackets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Operators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502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1234440"/>
            <a:ext cx="15087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1234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+ 3 = 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709928"/>
            <a:ext cx="502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099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-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1755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1709928"/>
            <a:ext cx="15087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2928" y="170992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10 - 4 = 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185416"/>
            <a:ext cx="502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1854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*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223113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34640" y="2185416"/>
            <a:ext cx="15087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218541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* 4 = 12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660904"/>
            <a:ext cx="502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660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/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" y="27066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834640" y="2660904"/>
            <a:ext cx="15087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266090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 = 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136392"/>
            <a:ext cx="502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1363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8680" y="3182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Modulus (Remainder)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34640" y="3136392"/>
            <a:ext cx="15087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31363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10 % 3 = 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3440" y="1234440"/>
            <a:ext cx="6400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234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76672" y="1280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(value only)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98080" y="1234440"/>
            <a:ext cx="1371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16368" y="12344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 '5'  → true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1709928"/>
            <a:ext cx="6400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17099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76672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Equal (value+type)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98080" y="1709928"/>
            <a:ext cx="1371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16368" y="170992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=== '5' → false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2185416"/>
            <a:ext cx="6400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1854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76672" y="22311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498080" y="2185416"/>
            <a:ext cx="1371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16368" y="2185416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!= 3   → true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2660904"/>
            <a:ext cx="6400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26609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76672" y="270662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98080" y="2660904"/>
            <a:ext cx="1371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16368" y="266090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&gt; 5    → true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3136392"/>
            <a:ext cx="6400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31363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376672" y="3182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498080" y="3136392"/>
            <a:ext cx="1371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16368" y="31363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&lt; 7    → true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3611880"/>
            <a:ext cx="6400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36118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376672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or Equal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498080" y="3611880"/>
            <a:ext cx="1371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16368" y="3611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&gt;= 5   → true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— Reusable Code Blocks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Functions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named block of code that does a specific task. You write it once, use it many times!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5029200" cy="2468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Anatomy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17190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04872" y="17190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17190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1214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console.log("Hello " + name);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48716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2907792"/>
            <a:ext cx="0" cy="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821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2907792"/>
            <a:ext cx="0" cy="27432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31821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2907792"/>
            <a:ext cx="0" cy="27432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31821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&amp; Call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77840" y="1600200"/>
            <a:ext cx="329184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169164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6168" y="169164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17336" y="169164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89280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greet(name)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"Hello " + name;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greet("Sara");  // "Hello Sara"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 (Modern)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577840" y="3108960"/>
            <a:ext cx="329184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32004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16168" y="32004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17336" y="32004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40156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 = (a, b) =&gt; a + b;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console.log(add(3, 4));  // 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 — Making Decisions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Conditionals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can make decisions using if / else / else if statements.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188720"/>
            <a:ext cx="201168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2560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 age &gt;= 18?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2606040"/>
            <a:ext cx="13716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Adult 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2606040"/>
            <a:ext cx="13716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Minor 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20240" y="16916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2377440"/>
            <a:ext cx="0" cy="2286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2377440"/>
            <a:ext cx="0" cy="2286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23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YES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2423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NO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0" y="1097280"/>
            <a:ext cx="493776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118872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0248" y="118872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1416" y="118872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1389888"/>
            <a:ext cx="4754880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age = 17;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(age &gt;= 18)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console.log("You are an adult.");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(age &gt;= 13)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console.log("You are a teenager.");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console.log("You are a child.");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97764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776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runs when condition is true  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if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checks another condition   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runs when all conditions are false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— Repeat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Loops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let you run the same code multiple times without re-writing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743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6642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know how many times to repeat.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274320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2860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" y="22860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" y="22860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87168"/>
            <a:ext cx="256032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1; i &lt;= 5; i++)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console.log("Count: " + i);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Prints: Count: 1 to Count: 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27832" y="1188720"/>
            <a:ext cx="27432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loop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73552" y="16642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repeat until a condition is false.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27832" y="2194560"/>
            <a:ext cx="274320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64992" y="22860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22860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67328" y="22860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487168"/>
            <a:ext cx="256032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 = 1;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 &lt;= 5)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console.log("Count: " + i);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i++;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81344" y="1188720"/>
            <a:ext cx="27432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for...of loop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27064" y="16642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 go through each item in an array/list.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1344" y="2194560"/>
            <a:ext cx="274320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18504" y="22860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9672" y="22860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0840" y="22860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2487168"/>
            <a:ext cx="256032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fruits = ["apple","mango","banana"];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fruit of fruits)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console.log(fruit);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3840480"/>
            <a:ext cx="85953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Infinite Loop Warning: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make sure your loop has a condition that eventually becomes false!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while (true) { ... }  ← This will run forever and crash your browser!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— Reacting to User Actions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Events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happen when a user interacts with a webpage. JavaScript listens and responds!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88720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325880"/>
            <a:ext cx="16459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3258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13898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an element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011680"/>
            <a:ext cx="64008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48840"/>
            <a:ext cx="16459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1488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onmouseover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2212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moves over an element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34640"/>
            <a:ext cx="64008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971800"/>
            <a:ext cx="16459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9718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onkeydown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30358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presses a keyboard key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1887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1188720"/>
            <a:ext cx="6400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325880"/>
            <a:ext cx="16459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3258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13898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 an input changes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0116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011680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148840"/>
            <a:ext cx="16459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1488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onload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2212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finishes loading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83464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834640"/>
            <a:ext cx="64008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2971800"/>
            <a:ext cx="16459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9718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onsubmit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29400" y="30358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is submitted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703320"/>
            <a:ext cx="859536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379476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" y="379476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" y="379476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99592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onclick="showMessage()"&gt;Click Me!&lt;/button&gt;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showMessage()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alert("Button was clicked!");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with addEventListener (modern way):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document.getElementById("myBtn").addEventListener("click", showMessage);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— Changing the Webpage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09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DOM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= Document Object Model. JavaScript can find and change any HTML element on the page!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88720"/>
            <a:ext cx="64008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25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13533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element by its 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65960"/>
            <a:ext cx="64008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03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21305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first matching element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0"/>
            <a:ext cx="64008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80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innerHTML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29077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HTML inside an element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188720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325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style.color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13533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CSS style of an element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96596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965960"/>
            <a:ext cx="64008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03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21305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text of an element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743200"/>
            <a:ext cx="64008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880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29077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an event to an element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859536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79476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379476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" y="379476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99592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HTML: &lt;p id="msg"&gt;Old text&lt;/p&gt;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para = document.getElementById("msg");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para.textContent = "New text!";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para.style.color  = "red";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para.innerHTML    = "&lt;b&gt;Bold text!&lt;/b&gt;";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Quick Cheat Sheet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31520"/>
            <a:ext cx="4343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31520"/>
            <a:ext cx="109728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3152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53312" y="859536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10;  const PI = 3.14;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536192"/>
            <a:ext cx="4343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536192"/>
            <a:ext cx="109728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53619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53312" y="1664208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name = "Ahmed";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340864"/>
            <a:ext cx="4343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340864"/>
            <a:ext cx="109728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34086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53312" y="246888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arr = [1, 2, 3];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3145536"/>
            <a:ext cx="4343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3145536"/>
            <a:ext cx="109728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14553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53312" y="3273552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f(a) { return a+1; 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950208"/>
            <a:ext cx="4343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950208"/>
            <a:ext cx="109728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95020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53312" y="4078224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(x&gt;0) { } else { }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731520"/>
            <a:ext cx="4343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731520"/>
            <a:ext cx="109728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73152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25312" y="859536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i=0; i&lt;5; i++) { }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536192"/>
            <a:ext cx="4343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536192"/>
            <a:ext cx="109728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53619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25312" y="1664208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(x &gt; 0) { x--; }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340864"/>
            <a:ext cx="4343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340864"/>
            <a:ext cx="109728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34086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25312" y="246888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btn.onclick = function() { }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145536"/>
            <a:ext cx="4343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145536"/>
            <a:ext cx="109728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14553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Select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25312" y="3273552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document.getElementById("id")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950208"/>
            <a:ext cx="4343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950208"/>
            <a:ext cx="109728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95020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Text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25312" y="4078224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el.textContent = "Hello!";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548640"/>
            <a:ext cx="27432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548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Coding!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2514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makes perfect. The more you code, the better you get!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31089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resources to practice: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92024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W3Schools.com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3566160"/>
            <a:ext cx="192024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MDN Web Docs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566160"/>
            <a:ext cx="192024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freeCodeCamp.org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3566160"/>
            <a:ext cx="192024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CodePen.io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JavaScript for 9th Class  •  Prepared for Computer Science Students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for 9th Class</dc:title>
  <dc:subject>PptxGenJS Presentation</dc:subject>
  <dc:creator>PptxGenJS</dc:creator>
  <cp:lastModifiedBy>PptxGenJS</cp:lastModifiedBy>
  <cp:revision>1</cp:revision>
  <dcterms:created xsi:type="dcterms:W3CDTF">2026-05-18T05:11:29Z</dcterms:created>
  <dcterms:modified xsi:type="dcterms:W3CDTF">2026-05-18T05:11:29Z</dcterms:modified>
</cp:coreProperties>
</file>